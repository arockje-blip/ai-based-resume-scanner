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7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CD75A-A15B-187A-E1D6-68F87A372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3D39A8-30F5-F2DE-501A-6036198AF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02" y="3428999"/>
            <a:ext cx="4797592" cy="2899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0B2121-46F1-306F-96E6-FAE62708F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496" y="116305"/>
            <a:ext cx="2981325" cy="26750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0E46D7-441B-6B4D-D233-72E02DC7A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044EAF-7763-B15B-9C76-868344554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39CCBB-7EA2-618E-10A1-4BFA49756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753D98-EA65-74F7-1ED4-AAF43CD91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776" y="733926"/>
            <a:ext cx="4797592" cy="2695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157488-65C8-75B9-F183-423ED09DF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AB5F1A-2B4B-CA5D-F2D9-B2C6DA0FF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E3B97F-E8C9-F102-1268-2711465A1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E8C079-7070-2029-7B7B-97ADF3E62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3A02A8-20D4-236C-A09A-467FF8485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5561FC-528A-F218-6FB1-4BFF98D8F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5F61E-8920-92F4-396A-25BEE0A8C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</Words>
  <Application>Microsoft Office PowerPoint</Application>
  <PresentationFormat>Widescreen</PresentationFormat>
  <Paragraphs>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Scanner</dc:title>
  <dc:subject>PptxGenJS Presentation</dc:subject>
  <dc:creator>Created by Marp</dc:creator>
  <cp:lastModifiedBy>arock jeberson j</cp:lastModifiedBy>
  <cp:revision>4</cp:revision>
  <dcterms:created xsi:type="dcterms:W3CDTF">2026-02-19T04:19:39Z</dcterms:created>
  <dcterms:modified xsi:type="dcterms:W3CDTF">2026-02-19T06:49:56Z</dcterms:modified>
</cp:coreProperties>
</file>