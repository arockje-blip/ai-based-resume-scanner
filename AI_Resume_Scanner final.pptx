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2579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ECD75A-A15B-187A-E1D6-68F87A372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3D39A8-30F5-F2DE-501A-6036198AF9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702" y="3428999"/>
            <a:ext cx="4797592" cy="28996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0B2121-46F1-306F-96E6-FAE62708FF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1496" y="116305"/>
            <a:ext cx="2981325" cy="26750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0E46D7-441B-6B4D-D233-72E02DC7A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044EAF-7763-B15B-9C76-868344554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39CCBB-7EA2-618E-10A1-4BFA497564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753D98-EA65-74F7-1ED4-AAF43CD912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9776" y="733926"/>
            <a:ext cx="4797592" cy="26950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157488-65C8-75B9-F183-423ED09DF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AB5F1A-2B4B-CA5D-F2D9-B2C6DA0FF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E3B97F-E8C9-F102-1268-2711465A1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7989AA-46AC-F65A-B859-515BA76019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819FB7-B9F4-165E-62AF-71BBC512E5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285" t="34712" r="30567" b="38220"/>
          <a:stretch>
            <a:fillRect/>
          </a:stretch>
        </p:blipFill>
        <p:spPr>
          <a:xfrm>
            <a:off x="2839452" y="3184358"/>
            <a:ext cx="842211" cy="2446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89C2F9-C2B8-3DAC-8229-2B35C8537F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285" t="34712" r="30567" b="38220"/>
          <a:stretch>
            <a:fillRect/>
          </a:stretch>
        </p:blipFill>
        <p:spPr>
          <a:xfrm>
            <a:off x="1925052" y="4772527"/>
            <a:ext cx="842211" cy="2446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6FC184-6727-BD26-1F1A-CEE795D794A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427" t="23988" r="21556" b="26234"/>
          <a:stretch>
            <a:fillRect/>
          </a:stretch>
        </p:blipFill>
        <p:spPr>
          <a:xfrm>
            <a:off x="1491916" y="4723649"/>
            <a:ext cx="280737" cy="3423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66CEDF-051C-8403-7C98-48B6133D8EB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4176" t="10705" r="35029" b="19711"/>
          <a:stretch>
            <a:fillRect/>
          </a:stretch>
        </p:blipFill>
        <p:spPr>
          <a:xfrm>
            <a:off x="2189746" y="3184359"/>
            <a:ext cx="232098" cy="244642"/>
          </a:xfrm>
          <a:prstGeom prst="ellipse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C95E28E7-AD0B-5358-7829-3C215EDA144B}"/>
              </a:ext>
            </a:extLst>
          </p:cNvPr>
          <p:cNvSpPr/>
          <p:nvPr/>
        </p:nvSpPr>
        <p:spPr>
          <a:xfrm>
            <a:off x="2398984" y="3306679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E8C079-7070-2029-7B7B-97ADF3E62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4A4628-C868-6574-4B5C-6EFAA9C2F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3A02A8-20D4-236C-A09A-467FF8485B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5561FC-528A-F218-6FB1-4BFF98D8F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F5F61E-8920-92F4-396A-25BEE0A8CE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</Words>
  <Application>Microsoft Office PowerPoint</Application>
  <PresentationFormat>Widescreen</PresentationFormat>
  <Paragraphs>12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Resume Scanner</dc:title>
  <dc:subject>PptxGenJS Presentation</dc:subject>
  <dc:creator>Created by Marp</dc:creator>
  <cp:lastModifiedBy>arock jeberson j</cp:lastModifiedBy>
  <cp:revision>3</cp:revision>
  <dcterms:created xsi:type="dcterms:W3CDTF">2026-02-19T04:19:39Z</dcterms:created>
  <dcterms:modified xsi:type="dcterms:W3CDTF">2026-02-19T05:56:54Z</dcterms:modified>
</cp:coreProperties>
</file>